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0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OTC论文复现与优化汇报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65882"/>
                </a:solidFill>
                <a:latin typeface="Microsoft YaHei"/>
              </a:rPr>
              <a:t>Optimal Transport Enhanced Cross-City Site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汇报人：XXX    指导教师：XXX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数据集：OpenSiteRec（Chicago / NYC / Singapore / Tokyo）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目标：完整复现 + 差距分析 + 改进提升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46320"/>
            <a:ext cx="10789920" cy="1371600"/>
          </a:xfrm>
          <a:prstGeom prst="rect">
            <a:avLst/>
          </a:prstGeom>
          <a:solidFill>
            <a:srgbClr val="EAF1FF"/>
          </a:solidFill>
          <a:ln>
            <a:solidFill>
              <a:srgbClr val="91A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94984"/>
                </a:solidFill>
                <a:latin typeface="Microsoft YaHei"/>
              </a:rPr>
              <a:t>讲解提示：</a:t>
            </a:r>
          </a:p>
          <a:p>
            <a:pPr>
              <a:defRPr sz="1400">
                <a:solidFill>
                  <a:srgbClr val="2D3D5A"/>
                </a:solidFill>
                <a:latin typeface="Microsoft YaHei"/>
              </a:defRPr>
            </a:pPr>
            <a:r>
              <a:t>开场30秒先说清楚‘复现是否完全成功’：趋势复现 + 数值仍有差距。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1) 问题分析：论文主题、模型结构与数学意义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2) 实验设置：论文协议、代码实现、关键修复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3) 结果与差距分析：多图表对比 + 原因解释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4) 改进提升：在复现基础上的可落地方向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Part 1. 问题分析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65882"/>
                </a:solidFill>
                <a:latin typeface="Microsoft YaHei"/>
              </a:rPr>
              <a:t>从问题定义到公式意义，建立统一理解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1.1 论文问题定义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396D"/>
                </a:solidFill>
                <a:latin typeface="Microsoft YaHei"/>
              </a:rPr>
              <a:t>Cross-City Site Recommendation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任务：给定品牌（Brand），在目标城市推荐Top-N区域（Region）。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难点：单城市数据稀疏且长尾明显，冷启动品牌/区域多。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核心思路：引入其他城市知识，但避免负迁移。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280160"/>
            <a:ext cx="5120640" cy="4389120"/>
          </a:xfrm>
          <a:prstGeom prst="rect">
            <a:avLst/>
          </a:prstGeom>
          <a:solidFill>
            <a:srgbClr val="EAF1FF"/>
          </a:solidFill>
          <a:ln>
            <a:solidFill>
              <a:srgbClr val="91A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94984"/>
                </a:solidFill>
                <a:latin typeface="Microsoft YaHei"/>
              </a:rPr>
              <a:t>图示占位：</a:t>
            </a:r>
          </a:p>
          <a:p>
            <a:pPr>
              <a:defRPr sz="1400">
                <a:solidFill>
                  <a:srgbClr val="2D3D5A"/>
                </a:solidFill>
                <a:latin typeface="Microsoft YaHei"/>
              </a:defRPr>
            </a:pPr>
            <a:r>
              <a:t>这里建议配一张‘四城市知识迁移示意图’（可后续替换图片）。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1.2 模型结构与关键公式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Base模型：VanillaMF / LightGCN，先学习单城品牌-区域偏好。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OTC：对源城与目标城嵌入做GW对齐，得到推断评分。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最终评分：目标城原始分数 + 多源城推断分数加权融合。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1280160"/>
            <a:ext cx="4846320" cy="4572000"/>
          </a:xfrm>
          <a:prstGeom prst="rect">
            <a:avLst/>
          </a:prstGeom>
          <a:solidFill>
            <a:srgbClr val="EAF1FF"/>
          </a:solidFill>
          <a:ln>
            <a:solidFill>
              <a:srgbClr val="91A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94984"/>
                </a:solidFill>
                <a:latin typeface="Microsoft YaHei"/>
              </a:rPr>
              <a:t>公式讲解框：</a:t>
            </a:r>
          </a:p>
          <a:p>
            <a:pPr>
              <a:defRPr sz="1400">
                <a:solidFill>
                  <a:srgbClr val="2D3D5A"/>
                </a:solidFill>
                <a:latin typeface="Microsoft YaHei"/>
              </a:defRPr>
            </a:pPr>
            <a:r>
              <a:t>建议在此页放两条公式：</a:t>
            </a:r>
            <a:br/>
            <a:r>
              <a:t>1) Base评分函数</a:t>
            </a:r>
            <a:br/>
            <a:r>
              <a:t>2) OTC融合公式（含γ）</a:t>
            </a:r>
            <a:br/>
            <a:r>
              <a:t>并用一句话解释：γ越大，迁移信息影响越强。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1.3 数学公式的意义解析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GW对齐本质：让“关系结构相似”的品牌/区域在跨城市中匹配，而非逐点硬对齐。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融合权重γ：平衡“目标城自有知识”与“外部迁移知识”；γ过大容易负迁移。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per-source γ：每个源城单独赋权，可抑制不相似城市干扰。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这解释了为什么同一OTC在不同目标城市收益差异很大。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Part 2. 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65882"/>
                </a:solidFill>
                <a:latin typeface="Microsoft YaHei"/>
              </a:rPr>
              <a:t>最重要：论文协议 ↔ 代码实现 ↔ 复现质量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2.1 论文实验协议提炼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数据：OpenSiteRec四城市；品牌5-core筛选。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划分：每个品牌内 70% / 10% / 20%（train / val / test）。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指标：Recall@20, nDCG@20。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超参：lr、batch、γ网格搜索，early stopping选最优epoch。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0" y="1234440"/>
            <a:ext cx="4937760" cy="4754880"/>
          </a:xfrm>
          <a:prstGeom prst="rect">
            <a:avLst/>
          </a:prstGeom>
          <a:solidFill>
            <a:srgbClr val="EAF1FF"/>
          </a:solidFill>
          <a:ln>
            <a:solidFill>
              <a:srgbClr val="91A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94984"/>
                </a:solidFill>
                <a:latin typeface="Microsoft YaHei"/>
              </a:rPr>
              <a:t>证据材料：</a:t>
            </a:r>
          </a:p>
          <a:p>
            <a:pPr>
              <a:defRPr sz="1400">
                <a:solidFill>
                  <a:srgbClr val="2D3D5A"/>
                </a:solidFill>
                <a:latin typeface="Microsoft YaHei"/>
              </a:defRPr>
            </a:pPr>
            <a:r>
              <a:t>此页建议插入论文Table2/4.1.4中的关键句截图。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2.2 我的实现设置（论文未明确参数）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固定随机种子 + split_seed分离控制，支持可重复重建数据划分。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LightGCN扩展可调层数（2/3/4）、嵌入维度（64/100/128）。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OTC采用per-source gamma坐标搜索，且允许zero-gamma抑制负迁移。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额外保存中间指标JSON与embedding，便于故障定位与复现实验流水线。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2.3 代码框架与实验流水线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data_utils.py：5-core过滤 + 按品牌分层划分 + 图构建。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main.py：单城训练、评估、早停、导出embedding。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otc_lightgcn.py：GW对齐、分数融合、γ搜索、全城市评估。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run_*.py：自动化调参、批量实验、结果汇总。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1234440"/>
            <a:ext cx="4846320" cy="4846320"/>
          </a:xfrm>
          <a:prstGeom prst="rect">
            <a:avLst/>
          </a:prstGeom>
          <a:solidFill>
            <a:srgbClr val="EAF1FF"/>
          </a:solidFill>
          <a:ln>
            <a:solidFill>
              <a:srgbClr val="91A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94984"/>
                </a:solidFill>
                <a:latin typeface="Microsoft YaHei"/>
              </a:rPr>
              <a:t>流程图占位：</a:t>
            </a:r>
          </a:p>
          <a:p>
            <a:pPr>
              <a:defRPr sz="1400">
                <a:solidFill>
                  <a:srgbClr val="2D3D5A"/>
                </a:solidFill>
                <a:latin typeface="Microsoft YaHei"/>
              </a:defRPr>
            </a:pPr>
            <a:r>
              <a:t>可画流程图：</a:t>
            </a:r>
            <a:br/>
            <a:r>
              <a:t>数据预处理→单城训练→保存embedding→OTC融合→指标统计。</a:t>
            </a:r>
            <a:br/>
            <a:r>
              <a:t>这页是老师最看重的“你是否真的做了工程复现”。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2.4 复现过程中的关键问题与修复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问题1：数据划分不可控，导致结果波动大。修复：force_split + split_seed。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问题2：OTC统一γ易导致新加坡负迁移。修复：per-source γ + zero-gamma。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问题3：OTC选参目标不匹配论文重点。修复：改为nDCG优先。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问题4：长流程难定位误差。修复：指标JSON落盘、分阶段脚本化。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结论：代码层修复比单纯多跑seed更能提升复现质量。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Part 3. 结果与差距分析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65882"/>
                </a:solidFill>
                <a:latin typeface="Microsoft YaHei"/>
              </a:rPr>
              <a:t>多维结果可视化 + 可解释的差距归因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3.1 主结果总览（论文 vs 复现）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89920" cy="4389120"/>
          </a:xfrm>
          <a:prstGeom prst="rect">
            <a:avLst/>
          </a:prstGeom>
          <a:solidFill>
            <a:srgbClr val="EAF1FF"/>
          </a:solidFill>
          <a:ln>
            <a:solidFill>
              <a:srgbClr val="91A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94984"/>
                </a:solidFill>
                <a:latin typeface="Microsoft YaHei"/>
              </a:rPr>
              <a:t>总表占位（必须）：</a:t>
            </a:r>
          </a:p>
          <a:p>
            <a:pPr>
              <a:defRPr sz="1400">
                <a:solidFill>
                  <a:srgbClr val="2D3D5A"/>
                </a:solidFill>
                <a:latin typeface="Microsoft YaHei"/>
              </a:defRPr>
            </a:pPr>
            <a:r>
              <a:t>请在此插入总表（建议8行）：</a:t>
            </a:r>
            <a:br/>
            <a:r>
              <a:t>Chicago/NYC/Singapore/Tokyo × (LightGCN, OTC-LightGCN)</a:t>
            </a:r>
            <a:br/>
            <a:r>
              <a:t>列：Paper Rec@20 / Repro Rec@20 / Gap / Paper nDCG@20 / Repro nDCG@20 /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讲解顺序建议：先看趋势一致性，再看绝对值差距。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3.2 图表全景分析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图1：四城市 Recall@20 柱状对比（Paper / Repro / OTC-Repro）。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图2：四城市 nDCG@20 柱状对比（同上）。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图3：每城市 OTC 相对提升率（%）对比图。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图4：关键超参（γ / layer / split_seed）敏感性折线图。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图5：Singapore 专项（负迁移→抑制后）前后对比图。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3.3 同数据集仍有差距的原因解释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数据口径差异：字段映射、候选集定义、去重策略会改变评估难度。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协议细节差异：split随机性、early-stop标准、未公开参数默认值。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OT数值优化差异：GW/entropic-GW实现与收敛设置影响迁移质量。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工程实现差异：embedding导出层、融合顺序、归一化策略等。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结论：复现不等于复刻，需把‘差距来源’证据化展示。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Part 4. 改进提升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65882"/>
                </a:solidFill>
                <a:latin typeface="Microsoft YaHei"/>
              </a:rPr>
              <a:t>在复现基础上做增量创新（老师最关心）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4.1 可落地改进方向（建议选择其一主打）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方向A（推荐）：源城市自适应门控（source gating）替代固定γ网格。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方向B：基于城市相似度先验的γ初始化，再做局部搜索。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方向C：多目标优化（Recall+nDCG）而非单目标选参。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方向D：稳健OT（更强正则+温度缩放）降低数值不稳定与负迁移。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方向E：跨城市对齐前先做语义层（品牌/类别）预聚类。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4.2 本次建议主改进：自适应源城市门控OTC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核心：学习每个源城市对目标城市的贡献权重（替代手工γ）。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实现：以验证集nDCG为目标，优化可微门控参数g_s∈[0,1]。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预期收益：减少负迁移、提升跨城市泛化稳定性。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实验设计：与固定γ、per-source γ做消融对比，报告均值±方差。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风险与控制：防止过拟合（L1稀疏约束 + 早停 + 多seed验证）。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0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52D5A"/>
                </a:solidFill>
                <a:latin typeface="Microsoft YaHei"/>
              </a:rPr>
              <a:t>总结与答辩准备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复现价值：复现实验不仅是“跑出数值”，更是“定位差距来源”。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当前结论：趋势已基本可复现，数值差距可解释且可继续缩小。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改进方向：已给出可实现、可评估、可答辩的增量方案。</a:t>
            </a:r>
          </a:p>
          <a:p>
            <a:pPr>
              <a:spcBef>
                <a:spcPts val="600"/>
              </a:spcBef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下一步：完成最终重跑、更新图表、提交论文式复现报告。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486400"/>
            <a:ext cx="10607040" cy="914400"/>
          </a:xfrm>
          <a:prstGeom prst="rect">
            <a:avLst/>
          </a:prstGeom>
          <a:solidFill>
            <a:srgbClr val="EAF1FF"/>
          </a:solidFill>
          <a:ln>
            <a:solidFill>
              <a:srgbClr val="91A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94984"/>
                </a:solidFill>
                <a:latin typeface="Microsoft YaHei"/>
              </a:rPr>
              <a:t>讲解提示：</a:t>
            </a:r>
          </a:p>
          <a:p>
            <a:pPr>
              <a:defRPr sz="1400">
                <a:solidFill>
                  <a:srgbClr val="2D3D5A"/>
                </a:solidFill>
                <a:latin typeface="Microsoft YaHei"/>
              </a:defRPr>
            </a:pPr>
            <a:r>
              <a:t>答辩时最后一句建议：‘我不仅复现了结果，也复现了论文背后的假设与边界。’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